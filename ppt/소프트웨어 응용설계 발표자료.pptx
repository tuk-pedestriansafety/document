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2" r:id="rId14"/>
    <p:sldId id="268" r:id="rId15"/>
    <p:sldId id="269" r:id="rId16"/>
    <p:sldId id="270" r:id="rId17"/>
    <p:sldId id="276" r:id="rId18"/>
    <p:sldId id="277" r:id="rId19"/>
    <p:sldId id="271" r:id="rId20"/>
    <p:sldId id="272" r:id="rId21"/>
    <p:sldId id="278" r:id="rId22"/>
    <p:sldId id="279" r:id="rId23"/>
    <p:sldId id="280" r:id="rId24"/>
    <p:sldId id="273" r:id="rId25"/>
    <p:sldId id="275" r:id="rId26"/>
    <p:sldId id="28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007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824" y="7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slide" Target="slides/slide11.xml"  /><Relationship Id="rId13" Type="http://schemas.openxmlformats.org/officeDocument/2006/relationships/slide" Target="slides/slide12.xml"  /><Relationship Id="rId14" Type="http://schemas.openxmlformats.org/officeDocument/2006/relationships/slide" Target="slides/slide13.xml"  /><Relationship Id="rId15" Type="http://schemas.openxmlformats.org/officeDocument/2006/relationships/slide" Target="slides/slide14.xml"  /><Relationship Id="rId16" Type="http://schemas.openxmlformats.org/officeDocument/2006/relationships/slide" Target="slides/slide15.xml"  /><Relationship Id="rId17" Type="http://schemas.openxmlformats.org/officeDocument/2006/relationships/slide" Target="slides/slide16.xml"  /><Relationship Id="rId18" Type="http://schemas.openxmlformats.org/officeDocument/2006/relationships/slide" Target="slides/slide17.xml"  /><Relationship Id="rId19" Type="http://schemas.openxmlformats.org/officeDocument/2006/relationships/slide" Target="slides/slide18.xml"  /><Relationship Id="rId2" Type="http://schemas.openxmlformats.org/officeDocument/2006/relationships/slide" Target="slides/slide1.xml"  /><Relationship Id="rId20" Type="http://schemas.openxmlformats.org/officeDocument/2006/relationships/slide" Target="slides/slide19.xml"  /><Relationship Id="rId21" Type="http://schemas.openxmlformats.org/officeDocument/2006/relationships/slide" Target="slides/slide20.xml"  /><Relationship Id="rId22" Type="http://schemas.openxmlformats.org/officeDocument/2006/relationships/slide" Target="slides/slide21.xml"  /><Relationship Id="rId23" Type="http://schemas.openxmlformats.org/officeDocument/2006/relationships/slide" Target="slides/slide22.xml"  /><Relationship Id="rId24" Type="http://schemas.openxmlformats.org/officeDocument/2006/relationships/slide" Target="slides/slide23.xml"  /><Relationship Id="rId25" Type="http://schemas.openxmlformats.org/officeDocument/2006/relationships/slide" Target="slides/slide24.xml"  /><Relationship Id="rId26" Type="http://schemas.openxmlformats.org/officeDocument/2006/relationships/slide" Target="slides/slide25.xml"  /><Relationship Id="rId27" Type="http://schemas.openxmlformats.org/officeDocument/2006/relationships/slide" Target="slides/slide26.xml"  /><Relationship Id="rId28" Type="http://schemas.openxmlformats.org/officeDocument/2006/relationships/presProps" Target="presProps.xml"  /><Relationship Id="rId29" Type="http://schemas.openxmlformats.org/officeDocument/2006/relationships/viewProps" Target="viewProps.xml"  /><Relationship Id="rId3" Type="http://schemas.openxmlformats.org/officeDocument/2006/relationships/slide" Target="slides/slide2.xml"  /><Relationship Id="rId30" Type="http://schemas.openxmlformats.org/officeDocument/2006/relationships/theme" Target="theme/theme1.xml"  /><Relationship Id="rId31" Type="http://schemas.openxmlformats.org/officeDocument/2006/relationships/tableStyles" Target="tableStyles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EFE66-ACD3-963D-BA68-3E6F89C19A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129E2B-5896-0874-FF2B-DA4277861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3A390-0BDC-B1B6-396C-BAFCDA52C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05C4D-3CF4-0EB1-2AFD-FC787FCDF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81B63-7E49-7454-0DCB-6A1D5A705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1808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7F211-7257-6E47-AAA9-56701A8E8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06EBD-3534-5D58-A452-22A532714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50316-B835-3324-3D6D-7A5580367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4A430-AAD7-E3CC-65CF-B1A224207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9E807-36C3-075B-6A39-327DFD63F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8276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1DA13-242E-2762-ACAE-E9136805F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FCB62C-D64D-C21E-384F-E2DC55427C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D294F-6D3F-27FB-6DB4-1E471DF5D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ECD277-F29D-FEDD-937F-1FFAAEEF5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1F556D-4AA8-FD95-076E-7B873E30A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892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F21E-E861-2404-45B7-CE99284D5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D6A5-E59B-C23C-4AF7-50D03E56E5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8BFA46-0C2D-099E-76BE-5904F4C756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8726CA-7362-2A40-FCA6-45AE1B719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D0A70E-D6D8-B3DE-8C4A-D61CDB40A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C7D4EE-8203-A76E-7054-F3D3D4DED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5341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B9F6C-58B0-0AA8-0098-7E16422C1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E5552-DAAA-39FF-4F40-EA3A73EDC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874E52-58A3-80A6-BFD6-4A1248715A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77357F-352C-0691-7A53-2E2DB4A26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8E2E32-E4CE-60BB-001B-924995F46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3DBCAD-73EA-EE39-2689-F03340B29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9029E0-DE30-96ED-977C-62BBF47B3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8734CD-8A27-EE9B-51C6-8B1916B5C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196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713CC-BBAD-B513-211A-242D22C7E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481747-AFE4-7061-7BFD-74A77653D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828259-39AF-FD41-EDB1-37F42AE9F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AB063E-B9EA-5F5F-EDFF-B60720AFB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32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3D6908-AFC5-9798-4F44-E87B1CDC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0FC89B-A1EB-1A55-5DF8-8622E8C6B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7478F-8B50-BB4A-DF1B-69C3679D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5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52168-6CE9-47D0-C968-A67A9C986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44A151-2DB8-25B4-C36A-628839044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6E8512-D96E-CFC4-27E0-38B4D1D7A0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E75EC-ABBC-89C0-5768-7F92B1DF5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5E4F50-84B6-55A7-24C0-0077E3F5D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9ABDB-C0F0-A0DC-D337-69CAC576C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6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2CDC-BFCC-6C34-605D-A5D59D58C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DB0889-1858-05A7-1DD0-F83AFD0A8B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D218F9-D604-4C5E-A5E6-B72ACAA14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C68D85-F2ED-C4B5-2550-F5EC32122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4D9B7-6EC0-9A5C-D320-8F5679E0A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2BA83-55B0-EF50-D15C-2F794AEF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787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14327-C68C-A8FB-4F3F-F616324D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EB54A7-A704-F138-FBD8-BFC5E747E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23EBE-F0DD-CC84-F550-2FA34990D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36D24-890A-5999-2AD5-5CF71A552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D1EFD-5D45-86D7-1E76-B9C26E568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6421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F02FB4-A746-388B-71E3-22F668AAE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A24505-1C62-B9BF-B5EF-CBB9C70697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F13C1-F554-F254-40F1-32F4E2770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C2C533-DFF5-17A5-58B0-EF3D39345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8E8FEF-0795-E09C-86D4-7C3BEB48F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7612014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54455-04CA-CB30-0D88-BD91484BB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8AA7B-B686-5489-A8BF-BAB41D2510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E191B-D645-C229-188C-ADCE11616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A11A3-0B59-F601-0194-CD556D7C6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A11ABC-DDA8-E634-C519-3F205F1F51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9126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A4769-67B9-5BCF-009A-10146AEFDE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소프트웨어 응용설계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3733B-44EE-2DAD-4C3E-9A0B9EE017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조 </a:t>
            </a:r>
            <a:r>
              <a:rPr lang="en-US" altLang="ko-KR" dirty="0"/>
              <a:t>(</a:t>
            </a:r>
            <a:r>
              <a:rPr lang="ko-KR" altLang="en-US" dirty="0"/>
              <a:t>이현직</a:t>
            </a:r>
            <a:r>
              <a:rPr lang="en-US" altLang="ko-KR" dirty="0"/>
              <a:t>, </a:t>
            </a:r>
            <a:r>
              <a:rPr lang="ko-KR" altLang="en-US" dirty="0"/>
              <a:t>송정우</a:t>
            </a:r>
            <a:r>
              <a:rPr lang="en-US" altLang="ko-KR" dirty="0"/>
              <a:t>, </a:t>
            </a:r>
            <a:r>
              <a:rPr lang="ko-KR" altLang="en-US" dirty="0"/>
              <a:t>정승호</a:t>
            </a:r>
            <a:r>
              <a:rPr lang="en-US" altLang="ko-KR" dirty="0"/>
              <a:t>, </a:t>
            </a:r>
            <a:r>
              <a:rPr lang="ko-KR" altLang="en-US" dirty="0"/>
              <a:t>편종윤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059613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목차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99840" lvl="0" indent="-399840">
              <a:buFont typeface="Wingdings"/>
              <a:buChar char="§"/>
              <a:defRPr/>
            </a:pPr>
            <a:r>
              <a:rPr lang="ko-KR" altLang="en-US"/>
              <a:t>과제 </a:t>
            </a:r>
            <a:r>
              <a:rPr lang="en-US" altLang="ko-KR"/>
              <a:t>1</a:t>
            </a:r>
            <a:endParaRPr lang="en-US" altLang="ko-KR"/>
          </a:p>
          <a:p>
            <a:pPr marL="399840" lvl="0" indent="-399840">
              <a:buFont typeface="Wingdings"/>
              <a:buChar char="§"/>
              <a:defRPr/>
            </a:pPr>
            <a:r>
              <a:rPr lang="ko-KR" altLang="en-US"/>
              <a:t>과제 </a:t>
            </a:r>
            <a:r>
              <a:rPr lang="en-US" altLang="ko-KR"/>
              <a:t>2</a:t>
            </a:r>
            <a:endParaRPr lang="en-US" altLang="ko-KR"/>
          </a:p>
          <a:p>
            <a:pPr marL="399840" lvl="0" indent="-399840">
              <a:buFont typeface="Wingdings"/>
              <a:buChar char="§"/>
              <a:defRPr/>
            </a:pPr>
            <a:r>
              <a:rPr lang="ko-KR" altLang="en-US"/>
              <a:t>과제 </a:t>
            </a:r>
            <a:r>
              <a:rPr lang="en-US" altLang="ko-KR"/>
              <a:t>3</a:t>
            </a:r>
            <a:endParaRPr lang="en-US" altLang="ko-KR"/>
          </a:p>
          <a:p>
            <a:pPr marL="399840" lvl="0" indent="-399840">
              <a:buFont typeface="Wingdings"/>
              <a:buChar char="§"/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  <a:endParaRPr lang="en-US" altLang="ko-KR"/>
          </a:p>
          <a:p>
            <a:pPr marL="399840" lvl="0" indent="-399840">
              <a:buFont typeface="Wingdings"/>
              <a:buChar char="§"/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  <a:endParaRPr lang="ko-KR" altLang="en-US"/>
          </a:p>
          <a:p>
            <a:pPr marL="399840" lvl="0" indent="-399840">
              <a:buFont typeface="Wingdings"/>
              <a:buChar char="§"/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endParaRPr lang="en-US" altLang="ko-KR"/>
          </a:p>
          <a:p>
            <a:pPr marL="399840" lvl="0" indent="-399840">
              <a:buFont typeface="Wingdings"/>
              <a:buChar char="§"/>
              <a:defRPr/>
            </a:pPr>
            <a:r>
              <a:rPr lang="ko-KR" altLang="en-US"/>
              <a:t>마무리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316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1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en-US" altLang="ko-KR"/>
              <a:t>Reliability</a:t>
            </a:r>
            <a:endParaRPr lang="en-US" altLang="ko-KR"/>
          </a:p>
          <a:p>
            <a:pPr>
              <a:defRPr/>
            </a:pPr>
            <a:r>
              <a:rPr lang="en-US" altLang="ko-KR"/>
              <a:t>Autonomic Computing</a:t>
            </a:r>
            <a:endParaRPr lang="en-US" altLang="ko-KR"/>
          </a:p>
          <a:p>
            <a:pPr>
              <a:defRPr/>
            </a:pPr>
            <a:r>
              <a:rPr lang="en-US" altLang="ko-KR"/>
              <a:t>4-SELF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319224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1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546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2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en-US" altLang="ko-KR"/>
              <a:t>MAPE</a:t>
            </a:r>
            <a:endParaRPr lang="en-US" altLang="ko-KR"/>
          </a:p>
          <a:p>
            <a:pPr>
              <a:defRPr/>
            </a:pPr>
            <a:r>
              <a:rPr lang="ko-KR" altLang="en-US"/>
              <a:t>필드와 레코드</a:t>
            </a:r>
            <a:endParaRPr lang="ko-KR" altLang="en-US"/>
          </a:p>
          <a:p>
            <a:pPr>
              <a:defRPr/>
            </a:pPr>
            <a:r>
              <a:rPr lang="en-US" altLang="ko-KR"/>
              <a:t>CASE</a:t>
            </a:r>
            <a:r>
              <a:rPr lang="ko-KR" altLang="en-US"/>
              <a:t> 도구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99678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3151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시퀀스 다이어그램</a:t>
            </a:r>
            <a:endParaRPr lang="ko-KR" altLang="en-US"/>
          </a:p>
          <a:p>
            <a:pPr>
              <a:defRPr/>
            </a:pPr>
            <a:r>
              <a:rPr lang="ko-KR" altLang="en-US"/>
              <a:t>상태 다이어그램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0685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3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18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en-US" altLang="ko-KR"/>
              <a:t>Critical System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336226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14196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en-US" altLang="ko-KR"/>
              <a:t>Risk Management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025922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55891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그 외 배운 것들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논문 작성법</a:t>
            </a:r>
            <a:endParaRPr lang="ko-KR" altLang="en-US"/>
          </a:p>
          <a:p>
            <a:pPr>
              <a:defRPr/>
            </a:pPr>
            <a:r>
              <a:rPr lang="ko-KR" altLang="en-US"/>
              <a:t>기능적 요구사항 </a:t>
            </a:r>
            <a:r>
              <a:rPr lang="en-US" altLang="ko-KR"/>
              <a:t>&amp;</a:t>
            </a:r>
            <a:r>
              <a:rPr lang="ko-KR" altLang="en-US"/>
              <a:t> 비기능적 요구사항</a:t>
            </a:r>
            <a:endParaRPr lang="ko-KR" altLang="en-US"/>
          </a:p>
          <a:p>
            <a:pPr>
              <a:defRPr/>
            </a:pPr>
            <a:r>
              <a:rPr lang="ko-KR" altLang="en-US"/>
              <a:t>형상관리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33143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최종 주제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교내 보행자 안전 시스템에 대한 간단한 설명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62777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설계 단계에서 논의 된 내용을 간략히 설명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77083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최종적으로 설계된 구체적인 내용 설명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78905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최종적으로 설계된 구체적인 내용 설명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0413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최종적으로 설계된 구체적인 내용 설명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441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개발과정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업무분담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26447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722855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40540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021224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376110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DEMO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7498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마무리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한 학기 마무리 감상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60311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>감사합니다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2689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153</ep:Words>
  <ep:PresentationFormat>Widescreen</ep:PresentationFormat>
  <ep:Paragraphs>65</ep:Paragraphs>
  <ep:Slides>26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ep:HeadingPairs>
  <ep:TitlesOfParts>
    <vt:vector size="27" baseType="lpstr">
      <vt:lpstr>Office Theme</vt:lpstr>
      <vt:lpstr>소프트웨어 응용설계</vt:lpstr>
      <vt:lpstr>목차</vt:lpstr>
      <vt:lpstr>과제 1</vt:lpstr>
      <vt:lpstr>과제 1</vt:lpstr>
      <vt:lpstr>과제 2</vt:lpstr>
      <vt:lpstr>과제 2</vt:lpstr>
      <vt:lpstr>과제 3</vt:lpstr>
      <vt:lpstr>과제 3</vt:lpstr>
      <vt:lpstr>과제 4</vt:lpstr>
      <vt:lpstr>과제 4</vt:lpstr>
      <vt:lpstr>과제 5</vt:lpstr>
      <vt:lpstr>과제 5</vt:lpstr>
      <vt:lpstr>과제 5 - 그 외 배운 것들</vt:lpstr>
      <vt:lpstr>과제 6 - 최종 주제</vt:lpstr>
      <vt:lpstr>과제 6 - 설계과정</vt:lpstr>
      <vt:lpstr>과제 6 - 설계과정</vt:lpstr>
      <vt:lpstr>과제 6 - 설계과정</vt:lpstr>
      <vt:lpstr>과제 6 - 설계과정</vt:lpstr>
      <vt:lpstr>과제 6 - 개발과정</vt:lpstr>
      <vt:lpstr>과제 6</vt:lpstr>
      <vt:lpstr>과제 6</vt:lpstr>
      <vt:lpstr>과제 6</vt:lpstr>
      <vt:lpstr>과제 6</vt:lpstr>
      <vt:lpstr>과제 6 - DEMO</vt:lpstr>
      <vt:lpstr>마무리</vt:lpstr>
      <vt:lpstr>슬라이드 26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2025-11-16T08:43:41.000</dcterms:created>
  <dc:creator>Jongyoun Pyeon</dc:creator>
  <cp:lastModifiedBy>owXD0</cp:lastModifiedBy>
  <dcterms:modified xsi:type="dcterms:W3CDTF">2025-11-19T07:11:30.460</dcterms:modified>
  <cp:revision>3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