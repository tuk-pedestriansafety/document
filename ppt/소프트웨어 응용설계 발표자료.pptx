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2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FE66-ACD3-963D-BA68-3E6F89C19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29E2B-5896-0874-FF2B-DA4277861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3A390-0BDC-B1B6-396C-BAFCDA52C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05C4D-3CF4-0EB1-2AFD-FC787FCD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81B63-7E49-7454-0DCB-6A1D5A705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808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7F211-7257-6E47-AAA9-56701A8E8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06EBD-3534-5D58-A452-22A532714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50316-B835-3324-3D6D-7A5580367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4A430-AAD7-E3CC-65CF-B1A22420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9E807-36C3-075B-6A39-327DFD63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27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1DA13-242E-2762-ACAE-E9136805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CB62C-D64D-C21E-384F-E2DC55427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D294F-6D3F-27FB-6DB4-1E471DF5D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CD277-F29D-FEDD-937F-1FFAAEEF5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F556D-4AA8-FD95-076E-7B873E30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F21E-E861-2404-45B7-CE99284D5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D6A5-E59B-C23C-4AF7-50D03E56E5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8BFA46-0C2D-099E-76BE-5904F4C75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726CA-7362-2A40-FCA6-45AE1B71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0A70E-D6D8-B3DE-8C4A-D61CDB40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7D4EE-8203-A76E-7054-F3D3D4DE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341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B9F6C-58B0-0AA8-0098-7E16422C1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E5552-DAAA-39FF-4F40-EA3A73EDC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74E52-58A3-80A6-BFD6-4A1248715A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77357F-352C-0691-7A53-2E2DB4A26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E2E32-E4CE-60BB-001B-924995F46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DBCAD-73EA-EE39-2689-F03340B29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9029E0-DE30-96ED-977C-62BBF47B3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8734CD-8A27-EE9B-51C6-8B1916B5C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19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13CC-BBAD-B513-211A-242D22C7E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81747-AFE4-7061-7BFD-74A77653D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28259-39AF-FD41-EDB1-37F42AE9F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B063E-B9EA-5F5F-EDFF-B60720AFB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32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3D6908-AFC5-9798-4F44-E87B1CDC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0FC89B-A1EB-1A55-5DF8-8622E8C6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7478F-8B50-BB4A-DF1B-69C3679D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2168-6CE9-47D0-C968-A67A9C986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4A151-2DB8-25B4-C36A-628839044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E8512-D96E-CFC4-27E0-38B4D1D7A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E75EC-ABBC-89C0-5768-7F92B1DF5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E4F50-84B6-55A7-24C0-0077E3F5D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9ABDB-C0F0-A0DC-D337-69CAC576C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2CDC-BFCC-6C34-605D-A5D59D58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0889-1858-05A7-1DD0-F83AFD0A8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D218F9-D604-4C5E-A5E6-B72ACAA14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68D85-F2ED-C4B5-2550-F5EC3212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4D9B7-6EC0-9A5C-D320-8F5679E0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2BA83-55B0-EF50-D15C-2F794AEF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78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14327-C68C-A8FB-4F3F-F616324D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EB54A7-A704-F138-FBD8-BFC5E747E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23EBE-F0DD-CC84-F550-2FA34990D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36D24-890A-5999-2AD5-5CF71A55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D1EFD-5D45-86D7-1E76-B9C26E568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6421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F02FB4-A746-388B-71E3-22F668AAE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A24505-1C62-B9BF-B5EF-CBB9C7069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F13C1-F554-F254-40F1-32F4E2770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2C533-DFF5-17A5-58B0-EF3D3934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E8FEF-0795-E09C-86D4-7C3BEB48F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61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54455-04CA-CB30-0D88-BD91484BB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8AA7B-B686-5489-A8BF-BAB41D251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E191B-D645-C229-188C-ADCE11616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A4D9A-9094-449E-894D-14A4E9ED5F44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A11A3-0B59-F601-0194-CD556D7C6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A11ABC-DDA8-E634-C519-3F205F1F5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126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A4769-67B9-5BCF-009A-10146AEFDE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소프트웨어 응용설계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3733B-44EE-2DAD-4C3E-9A0B9EE017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조 </a:t>
            </a:r>
            <a:r>
              <a:rPr lang="en-US" altLang="ko-KR" dirty="0"/>
              <a:t>(</a:t>
            </a:r>
            <a:r>
              <a:rPr lang="ko-KR" altLang="en-US" dirty="0"/>
              <a:t>이현직</a:t>
            </a:r>
            <a:r>
              <a:rPr lang="en-US" altLang="ko-KR" dirty="0"/>
              <a:t>, </a:t>
            </a:r>
            <a:r>
              <a:rPr lang="ko-KR" altLang="en-US" dirty="0"/>
              <a:t>송정우</a:t>
            </a:r>
            <a:r>
              <a:rPr lang="en-US" altLang="ko-KR" dirty="0"/>
              <a:t>, </a:t>
            </a:r>
            <a:r>
              <a:rPr lang="ko-KR" altLang="en-US" dirty="0"/>
              <a:t>정승호</a:t>
            </a:r>
            <a:r>
              <a:rPr lang="en-US" altLang="ko-KR" dirty="0"/>
              <a:t>, </a:t>
            </a:r>
            <a:r>
              <a:rPr lang="ko-KR" altLang="en-US" dirty="0"/>
              <a:t>편종윤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059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23124-4C0D-9ADA-2CF6-3C27A2666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91F2E-B491-9553-63F7-EB0D6B7D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3166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Theme</vt:lpstr>
      <vt:lpstr>소프트웨어 응용설계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Jongyoun Pyeon</dc:creator>
  <cp:lastModifiedBy>Jongyoun Pyeon</cp:lastModifiedBy>
  <cp:revision>1</cp:revision>
  <dcterms:created xsi:type="dcterms:W3CDTF">2025-11-16T08:43:41Z</dcterms:created>
  <dcterms:modified xsi:type="dcterms:W3CDTF">2025-11-16T08:44:22Z</dcterms:modified>
</cp:coreProperties>
</file>